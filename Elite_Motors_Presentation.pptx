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 MOTORS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E-commerce Website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Programming 2 – Final Project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Grade – IT Department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2025 - 2026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Motors is a premium car dealership e-commerce website built to demonstrate full-stack web development skills.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 allows users to browse luxury cars, add favorites, manage a shopping cart, and complete a checkout process.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438912"/>
          </a:xfrm>
          <a:prstGeom prst="rect">
            <a:avLst>
              <a:gd name="adj" fmla="val 20833"/>
            </a:avLst>
          </a:prstGeom>
          <a:solidFill>
            <a:srgbClr val="1A1F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Home 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9260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section, stats, featured cars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7680960" cy="438912"/>
          </a:xfrm>
          <a:prstGeom prst="rect">
            <a:avLst>
              <a:gd name="adj" fmla="val 20833"/>
            </a:avLst>
          </a:prstGeom>
          <a:solidFill>
            <a:srgbClr val="1A1F2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290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 Products Page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342900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Filter, search, sort by price/HP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7680960" cy="438912"/>
          </a:xfrm>
          <a:prstGeom prst="rect">
            <a:avLst>
              <a:gd name="adj" fmla="val 20833"/>
            </a:avLst>
          </a:prstGeom>
          <a:solidFill>
            <a:srgbClr val="1A1F2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319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Favorites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393192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&amp; manage liked cars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7680960" cy="438912"/>
          </a:xfrm>
          <a:prstGeom prst="rect">
            <a:avLst>
              <a:gd name="adj" fmla="val 20833"/>
            </a:avLst>
          </a:prstGeom>
          <a:solidFill>
            <a:srgbClr val="1A1F2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348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Cart &amp; Checkout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443484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Add/remove items, order form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4864" cy="320040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Component-based UI with type safety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4864" cy="320040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responsive styling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54864" cy="320040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state management (cart, favorites)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54864" cy="320040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routing &amp; navigation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54864" cy="320040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cart &amp; favorites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54864" cy="320040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build tool &amp; dev server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54864" cy="320040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icon library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480560"/>
            <a:ext cx="54864" cy="320040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notifications for user feedback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responsive design (mobile, tablet, desktop)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product filtering by category, brand, and search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 system with heart toggle and persistence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cart with quantity management and live totals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form with validation and order confirmation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animations and hover effects throughout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dark theme with gold accent design system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 &amp; Contact Us pages with professional layout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UX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Philosophy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premium brands like Porsche and Bentley. Dark background with gold accents creates a luxurious, high-end feel.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Palette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645920" cy="548640"/>
          </a:xfrm>
          <a:prstGeom prst="rect">
            <a:avLst>
              <a:gd name="adj" fmla="val 16667"/>
            </a:avLst>
          </a:prstGeom>
          <a:solidFill>
            <a:srgbClr val="0F1419"/>
          </a:solidFill>
          <a:ln w="6350">
            <a:solidFill>
              <a:srgbClr val="D4A5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#0F1419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474720"/>
            <a:ext cx="1645920" cy="548640"/>
          </a:xfrm>
          <a:prstGeom prst="rect">
            <a:avLst>
              <a:gd name="adj" fmla="val 16667"/>
            </a:avLst>
          </a:prstGeom>
          <a:solidFill>
            <a:srgbClr val="D4A531"/>
          </a:solidFill>
          <a:ln w="6350">
            <a:solidFill>
              <a:srgbClr val="D4A5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#D4A531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Primary/Accent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474720"/>
            <a:ext cx="1645920" cy="548640"/>
          </a:xfrm>
          <a:prstGeom prst="rect">
            <a:avLst>
              <a:gd name="adj" fmla="val 16667"/>
            </a:avLst>
          </a:prstGeom>
          <a:solidFill>
            <a:srgbClr val="1A1F26"/>
          </a:solidFill>
          <a:ln w="6350">
            <a:solidFill>
              <a:srgbClr val="D4A5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#1A1F26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Surface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3474720"/>
            <a:ext cx="1645920" cy="548640"/>
          </a:xfrm>
          <a:prstGeom prst="rect">
            <a:avLst>
              <a:gd name="adj" fmla="val 16667"/>
            </a:avLst>
          </a:prstGeom>
          <a:solidFill>
            <a:srgbClr val="F0E6D0"/>
          </a:solidFill>
          <a:ln w="6350">
            <a:solidFill>
              <a:srgbClr val="D4A5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#F0E6D0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6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Playfair Display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Headings &amp; Display Text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Body text &amp; UI elements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777240"/>
          </a:xfrm>
          <a:prstGeom prst="rect">
            <a:avLst>
              <a:gd name="adj" fmla="val 11765"/>
            </a:avLst>
          </a:prstGeom>
          <a:solidFill>
            <a:srgbClr val="1A1F2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Management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Zustand with persist middleware for seamless cart/favorites across sessions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7680960" cy="777240"/>
          </a:xfrm>
          <a:prstGeom prst="rect">
            <a:avLst>
              <a:gd name="adj" fmla="val 11765"/>
            </a:avLst>
          </a:prstGeom>
          <a:solidFill>
            <a:srgbClr val="1A1F2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94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breakpoints ensure pixel-perfect layouts on all devices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7680960" cy="777240"/>
          </a:xfrm>
          <a:prstGeom prst="rect">
            <a:avLst>
              <a:gd name="adj" fmla="val 11765"/>
            </a:avLst>
          </a:prstGeom>
          <a:solidFill>
            <a:srgbClr val="1A1F2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Consistency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4747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 comprehensive design system with CSS custom properties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7680960" cy="777240"/>
          </a:xfrm>
          <a:prstGeom prst="rect">
            <a:avLst>
              <a:gd name="adj" fmla="val 11765"/>
            </a:avLst>
          </a:prstGeom>
          <a:solidFill>
            <a:srgbClr val="1A1F2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233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Experience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toast notifications, smooth animations, and intuitive navigation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5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D4A53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E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Motors – Drive Your Dreams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Elite Motors - E-commerce Website Project</dc:title>
  <dc:subject>PptxGenJS Presentation</dc:subject>
  <dc:creator>Elite Motors</dc:creator>
  <cp:lastModifiedBy>Elite Motors</cp:lastModifiedBy>
  <cp:revision>1</cp:revision>
  <dcterms:created xsi:type="dcterms:W3CDTF">2026-03-31T17:23:16Z</dcterms:created>
  <dcterms:modified xsi:type="dcterms:W3CDTF">2026-03-31T17:23:16Z</dcterms:modified>
</cp:coreProperties>
</file>